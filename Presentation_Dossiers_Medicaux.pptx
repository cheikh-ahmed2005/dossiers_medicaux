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4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9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0" y="4114800"/>
            <a:ext cx="3657600" cy="36576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0" y="-9144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77840" y="1828800"/>
            <a:ext cx="137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12080" y="2148840"/>
            <a:ext cx="86868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Système de Gestion 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7DD3FC"/>
                </a:solidFill>
              </a:rPr>
              <a:t>Dossiers Médicaux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474720"/>
            <a:ext cx="3931920" cy="457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3611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AE6FD"/>
                </a:solidFill>
              </a:rPr>
              <a:t>Angular 21  ·  Spring Boot 3.2  ·  MySQL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4297680"/>
            <a:ext cx="2103120" cy="41148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0" y="43159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4297680"/>
            <a:ext cx="210312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43159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59" y="4297680"/>
            <a:ext cx="2103120" cy="41148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59" y="43159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Base de données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0080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3C5FD"/>
                </a:solidFill>
              </a:rPr>
              <a:t>Projet PI – Semestre 3  |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934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📋  Introduction &amp; 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371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7DD3FC"/>
                </a:solidFill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502920"/>
          </a:xfrm>
          <a:prstGeom prst="rect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898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🏥  Contexte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F75"/>
                </a:solidFill>
              </a:rPr>
              <a:t>• Hôpital moderne nécessitant une gestion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F75"/>
                </a:solidFill>
              </a:rPr>
              <a:t>• Remplacement des dossiers papier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F75"/>
                </a:solidFill>
              </a:rPr>
              <a:t>• Centralisation des informations médicales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F75"/>
                </a:solidFill>
              </a:rPr>
              <a:t>• Amélioration de la qualité des soins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F75"/>
                </a:solidFill>
              </a:rPr>
              <a:t>• Sécurisation des données patients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5303520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13898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🎯  Objectifs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F75"/>
                </a:solidFill>
              </a:rPr>
              <a:t>✅  Centraliser les dossiers médicaux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060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F75"/>
                </a:solidFill>
              </a:rPr>
              <a:t>✅  Gérer médecins, assistants, spécialistes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089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F75"/>
                </a:solidFill>
              </a:rPr>
              <a:t>✅  Suivre consultations &amp; prescriptions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576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F75"/>
                </a:solidFill>
              </a:rPr>
              <a:t>✅  Planifier les rendez-vous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06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F75"/>
                </a:solidFill>
              </a:rPr>
              <a:t>✅  Sécuriser l'accès par rôles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🗄️  Modèle de Base de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371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FED7AA"/>
                </a:solidFill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2860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2286000" cy="384048"/>
          </a:xfrm>
          <a:prstGeom prst="rect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3167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utilisateurs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1907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66543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username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414015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7614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password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089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role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280160"/>
            <a:ext cx="22860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0" y="1280160"/>
            <a:ext cx="2286000" cy="38404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13167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patients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71907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066543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nom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414015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prenom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7614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date_naissance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1089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sexe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1280160"/>
            <a:ext cx="22860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212080" y="1280160"/>
            <a:ext cx="2286000" cy="384048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85232" y="13167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medecins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171907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2066543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nom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2414015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prenom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27614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specialite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31089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service_id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1280160"/>
            <a:ext cx="22860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680960" y="1280160"/>
            <a:ext cx="2286000" cy="38404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54112" y="13167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171907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80" y="2066543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nom_service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2414015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description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49840" y="1280160"/>
            <a:ext cx="22860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149840" y="1280160"/>
            <a:ext cx="2286000" cy="38404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22992" y="13167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consultations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171907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2066543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patient_id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5560" y="2414015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medecin_id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27614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date_consultation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31089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diagnostic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840480"/>
            <a:ext cx="22860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74320" y="3840480"/>
            <a:ext cx="2286000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" y="38770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prescriptions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427939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46268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consultation_id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49743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medicament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53218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dosage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566927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duree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0" y="3840480"/>
            <a:ext cx="22860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743200" y="3840480"/>
            <a:ext cx="2286000" cy="384048"/>
          </a:xfrm>
          <a:prstGeom prst="rect">
            <a:avLst/>
          </a:prstGeom>
          <a:solidFill>
            <a:srgbClr val="0D9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816352" y="38770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rendez_vous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88920" y="427939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88920" y="46268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patient_id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9743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medecin_id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53218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date_rdv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8920" y="566927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statut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12080" y="3840480"/>
            <a:ext cx="22860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212080" y="3840480"/>
            <a:ext cx="2286000" cy="384048"/>
          </a:xfrm>
          <a:prstGeom prst="rect">
            <a:avLst/>
          </a:prstGeom>
          <a:solidFill>
            <a:srgbClr val="B5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85232" y="38770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assistants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57800" y="427939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57800" y="46268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nom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57800" y="49743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prenom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57800" y="53218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service_id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57800" y="566927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utilisateur_id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80960" y="3840480"/>
            <a:ext cx="22860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680960" y="3840480"/>
            <a:ext cx="2286000" cy="38404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754112" y="38770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specialistes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6680" y="427939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26680" y="46268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nom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26680" y="49743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prenom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26680" y="53218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specialite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26680" y="566927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4F75"/>
                </a:solidFill>
              </a:rPr>
              <a:t>  service_id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4F75"/>
                </a:solidFill>
              </a:rPr>
              <a:t>✦  9 tables  ·  Relations FK  ·  UTF8MB4  ·  DDL auto-update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👥  Types d'Utilisateurs &amp; Rôles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371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E9D5FF"/>
                </a:solidFill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2743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19" y="1371600"/>
            <a:ext cx="1005840" cy="1005840"/>
          </a:xfrm>
          <a:prstGeom prst="ellipse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44168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B9A"/>
                </a:solidFill>
              </a:rPr>
              <a:t>MÉDECIN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59" y="2880360"/>
            <a:ext cx="2194560" cy="36576"/>
          </a:xfrm>
          <a:prstGeom prst="rect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Consulter les dossiers patients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84448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Créer des prescriptions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51376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Ajouter des notes médicales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18304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Suivre l'historique des consultations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280160"/>
            <a:ext cx="2743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114800" y="1371600"/>
            <a:ext cx="1005840" cy="10058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0248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8A745"/>
                </a:solidFill>
              </a:rPr>
              <a:t>ASSISTANT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880360"/>
            <a:ext cx="2194560" cy="36576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83280" y="30175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Enregistrer les nouveaux patients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584448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Planifier les rendez-vous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151376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Gérer l'accueil administratif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718304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Mettre à jour les infos patients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280160"/>
            <a:ext cx="2743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40880" y="1371600"/>
            <a:ext cx="1005840" cy="1005840"/>
          </a:xfrm>
          <a:prstGeom prst="ellipse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96328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A2B8"/>
                </a:solidFill>
              </a:rPr>
              <a:t>SPÉCIALISTE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880360"/>
            <a:ext cx="219456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30175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Réaliser des examens spécialisés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584448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Établir des diagnostics avancés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151376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Rédiger des rapports médicaux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718304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Accès lecture aux dossiers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1280160"/>
            <a:ext cx="2743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966960" y="1371600"/>
            <a:ext cx="1005840" cy="100584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22408" y="1508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3545"/>
                </a:solidFill>
              </a:rPr>
              <a:t>ADMIN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2880360"/>
            <a:ext cx="219456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35440" y="30175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Gérer tous les comptes utilisateurs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3584448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Créer / modifier les services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151376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Contrôler les accès et permissions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718304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Superviser l'ensemble du système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📦  Modules Fonctionnels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371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A7F3D0"/>
                </a:solidFill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657600" cy="457200"/>
          </a:xfrm>
          <a:prstGeom prst="rect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3807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👤  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Ajout / modification / suppression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134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Recherche par nom, téléphone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5234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Dossier médical complet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9125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Groupe sanguin, allergies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325880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59" y="1325880"/>
            <a:ext cx="3657600" cy="4572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13807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📅  Rendez-vous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745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Planification avec médecin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134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Statuts : Planifié/Confirmé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75234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Annulé/Terminé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19125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Vue calendrier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325880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79" y="1325880"/>
            <a:ext cx="3657600" cy="4572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13807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🩻  Consultations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9" y="18745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Diagnostic &amp; traitement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23134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Notes médicales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275234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Historique par patient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319125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Lien avec prescriptions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77639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3977639"/>
            <a:ext cx="365760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032503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💊  Prescriptions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5262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Médicament, dosage, durée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651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Liées aux consultations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404103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Gestion par le médecin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84301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Instructions détaillées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3977639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51959" y="3977639"/>
            <a:ext cx="365760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89120" y="4032503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🏥 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5262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Cardiologie, Radiologie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9651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Pédiatrie, Laboratoire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5404103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Urgences, Chirurgie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584301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Gestion par l'admin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3977639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83879" y="3977639"/>
            <a:ext cx="3657600" cy="4572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1040" y="4032503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🔐  Authentification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59" y="45262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Login username ou email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59" y="49651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Token JWT (24h)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59" y="5404103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Rôles RBAC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59" y="584301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4F75"/>
                </a:solidFill>
              </a:rPr>
              <a:t>• BCrypt sécurisé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🔄  Flux de Travail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371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A7F3D0"/>
                </a:solidFill>
              </a:rPr>
              <a:t>08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11680"/>
            <a:ext cx="1645920" cy="164592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22402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F75"/>
                </a:solidFill>
              </a:rPr>
              <a:t>👤  Assistant
enregistre
le patient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2011680"/>
            <a:ext cx="1645920" cy="1645920"/>
          </a:xfrm>
          <a:prstGeom prst="ellipse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39" y="22402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7947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F75"/>
                </a:solidFill>
              </a:rPr>
              <a:t>📅  Rendez-vous
planifié
par l'assistant</a:t>
            </a:r>
          </a:p>
        </p:txBody>
      </p:sp>
      <p:sp>
        <p:nvSpPr>
          <p:cNvPr id="13" name="Oval 12"/>
          <p:cNvSpPr/>
          <p:nvPr/>
        </p:nvSpPr>
        <p:spPr>
          <a:xfrm>
            <a:off x="5120640" y="2011680"/>
            <a:ext cx="1645920" cy="1645920"/>
          </a:xfrm>
          <a:prstGeom prst="ellipse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23559" y="22402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7947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F75"/>
                </a:solidFill>
              </a:rPr>
              <a:t>🩺  Médecin
consulte
et diagnostique</a:t>
            </a:r>
          </a:p>
        </p:txBody>
      </p:sp>
      <p:sp>
        <p:nvSpPr>
          <p:cNvPr id="16" name="Oval 15"/>
          <p:cNvSpPr/>
          <p:nvPr/>
        </p:nvSpPr>
        <p:spPr>
          <a:xfrm>
            <a:off x="7223760" y="2011680"/>
            <a:ext cx="1645920" cy="1645920"/>
          </a:xfrm>
          <a:prstGeom prst="ellipse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80" y="22402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7947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F75"/>
                </a:solidFill>
              </a:rPr>
              <a:t>💊  Prescription
créée par
le médecin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0" y="2011680"/>
            <a:ext cx="1645920" cy="1645920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29800" y="22402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37947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F75"/>
                </a:solidFill>
              </a:rPr>
              <a:t>🔬  Spécialiste
ajoute
les examens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606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757D"/>
                </a:solidFill>
              </a:rPr>
              <a:t>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606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757D"/>
                </a:solidFill>
              </a:rPr>
              <a:t>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606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757D"/>
                </a:solidFill>
              </a:rPr>
              <a:t>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606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757D"/>
                </a:solidFill>
              </a:rPr>
              <a:t>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029200"/>
            <a:ext cx="1036015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914400" y="5029200"/>
            <a:ext cx="10360152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0474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300" b="1" i="0" dirty="0">
                <a:solidFill>
                  <a:srgbClr val="FFFFFF"/>
                </a:solidFill>
              </a:rPr>
              <a:t>✅  Résultat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97280" y="55046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4F75"/>
                </a:solidFill>
              </a:rPr>
              <a:t>Historique complet automatiquement sauvegardé  ·  Dossier médical centralisé  ·  Traçabilité totale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5912" cy="50292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DD3FC"/>
                </a:solidFill>
              </a:rPr>
              <a:t>✅  Conclusion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965960"/>
            <a:ext cx="5788152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194560"/>
            <a:ext cx="9445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🏥  Application complète de gestion des dossiers médicaux hospitaliers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39"/>
            <a:ext cx="9445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⚡  Stack moderne : Angular 21 + Spring Boot 3.2 + 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74720"/>
            <a:ext cx="9445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🔐  Sécurité robuste avec JWT, BCrypt et RBAC par rôles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14800"/>
            <a:ext cx="9445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📊  Dashboard temps réel avec statistiques par rôle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5394960"/>
            <a:ext cx="5788152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55321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DD3FC"/>
                </a:solidFill>
              </a:rPr>
              <a:t>Merci de votre attention  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4465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3C5FD"/>
                </a:solidFill>
              </a:rPr>
              <a:t>Projet PI – Semestre 3  |  Système de Gestion des Dossiers Médicaux  |  2025-2026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3383280"/>
            <a:ext cx="94457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331720"/>
            <a:ext cx="121889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Demonstration de l'Application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AED6F1"/>
                </a:solidFill>
              </a:rPr>
              <a:t>Captures d'ecran de l'interface reelle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64592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Authentification - Page de Connexion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5682996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682996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Interface de connexion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44168"/>
            <a:ext cx="55001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E86C1"/>
                </a:solidFill>
              </a:rPr>
              <a:t>Formulaire vide</a:t>
            </a:r>
          </a:p>
        </p:txBody>
      </p:sp>
      <p:pic>
        <p:nvPicPr>
          <p:cNvPr id="6" name="Picture 5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15485"/>
            <a:ext cx="5500116" cy="35357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31636" y="960120"/>
            <a:ext cx="5682996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31636" y="960120"/>
            <a:ext cx="5682996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Saisie des identifiants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344168"/>
            <a:ext cx="55001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E86C1"/>
                </a:solidFill>
              </a:rPr>
              <a:t>admin / password</a:t>
            </a:r>
          </a:p>
        </p:txBody>
      </p:sp>
      <p:pic>
        <p:nvPicPr>
          <p:cNvPr id="10" name="Picture 9" descr="02_login_fi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415485"/>
            <a:ext cx="5500116" cy="35357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91440" rtlCol="0" anchor="ctr"/>
          <a:lstStyle/>
          <a:p>
            <a:pPr algn="l"/>
            <a:r>
              <a:rPr sz="2000" b="1">
                <a:solidFill>
                  <a:srgbClr val="FFFFFF"/>
                </a:solidFill>
              </a:rPr>
              <a:t>Tableau de Bord Administrateur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E86C1"/>
                </a:solidFill>
              </a:rPr>
              <a:t>Vue d'ensemble : statistiques, patients, consultations, rendez-vous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33524" y="1435608"/>
            <a:ext cx="8249920" cy="53035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942084" y="1344168"/>
            <a:ext cx="8304784" cy="5358384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516" y="1371600"/>
            <a:ext cx="82499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64592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Tableaux de Bord par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5682996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682996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Dashboard Administrateur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44168"/>
            <a:ext cx="55001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E86C1"/>
                </a:solidFill>
              </a:rPr>
              <a:t>Vue globale du systeme</a:t>
            </a:r>
          </a:p>
        </p:txBody>
      </p:sp>
      <p:pic>
        <p:nvPicPr>
          <p:cNvPr id="6" name="Picture 5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15485"/>
            <a:ext cx="5500116" cy="35357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31636" y="960120"/>
            <a:ext cx="5682996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31636" y="960120"/>
            <a:ext cx="5682996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Dashboard Medecin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344168"/>
            <a:ext cx="55001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E86C1"/>
                </a:solidFill>
              </a:rPr>
              <a:t>Vue personnalisee dr.martin</a:t>
            </a:r>
          </a:p>
        </p:txBody>
      </p:sp>
      <p:pic>
        <p:nvPicPr>
          <p:cNvPr id="10" name="Picture 9" descr="12_dashboard_medec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415485"/>
            <a:ext cx="5500116" cy="35357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3383280"/>
            <a:ext cx="94457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331720"/>
            <a:ext cx="121889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Gestion des Patients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AED6F1"/>
                </a:solidFill>
              </a:rPr>
              <a:t>Enregistrement, consultation et suivi medical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91440" rtlCol="0" anchor="ctr"/>
          <a:lstStyle/>
          <a:p>
            <a:pPr algn="l"/>
            <a:r>
              <a:rPr sz="2000" b="1">
                <a:solidFill>
                  <a:srgbClr val="FFFFFF"/>
                </a:solidFill>
              </a:rPr>
              <a:t>Gestion des Patients - Liste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E86C1"/>
                </a:solidFill>
              </a:rPr>
              <a:t>Recherche, filtrage et acces aux dossiers patients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33524" y="1435608"/>
            <a:ext cx="8249920" cy="53035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942084" y="1344168"/>
            <a:ext cx="8304784" cy="5358384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4_patient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516" y="1371600"/>
            <a:ext cx="82499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91440" rtlCol="0" anchor="ctr"/>
          <a:lstStyle/>
          <a:p>
            <a:pPr algn="l"/>
            <a:r>
              <a:rPr sz="2000" b="1">
                <a:solidFill>
                  <a:srgbClr val="FFFFFF"/>
                </a:solidFill>
              </a:rPr>
              <a:t>Gestion des Patients - Nouveau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E86C1"/>
                </a:solidFill>
              </a:rPr>
              <a:t>Formulaire d'enregistrement : informations personnelles, groupe sanguin, allergies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33524" y="1435608"/>
            <a:ext cx="8249920" cy="53035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942084" y="1344168"/>
            <a:ext cx="8304784" cy="5358384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_patien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516" y="1371600"/>
            <a:ext cx="82499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64592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Consultations et Rendez-vous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5682996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682996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Liste des Consultations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44168"/>
            <a:ext cx="55001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E86C1"/>
                </a:solidFill>
              </a:rPr>
              <a:t>Historique et diagnostic</a:t>
            </a:r>
          </a:p>
        </p:txBody>
      </p:sp>
      <p:pic>
        <p:nvPicPr>
          <p:cNvPr id="6" name="Picture 5" descr="06_consul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15485"/>
            <a:ext cx="5500116" cy="35357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31636" y="960120"/>
            <a:ext cx="5682996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31636" y="960120"/>
            <a:ext cx="5682996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Gestion des Rendez-vous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344168"/>
            <a:ext cx="55001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E86C1"/>
                </a:solidFill>
              </a:rPr>
              <a:t>Planification et statuts</a:t>
            </a:r>
          </a:p>
        </p:txBody>
      </p:sp>
      <p:pic>
        <p:nvPicPr>
          <p:cNvPr id="10" name="Picture 9" descr="07_rd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415485"/>
            <a:ext cx="5500116" cy="35357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3383280"/>
            <a:ext cx="94457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331720"/>
            <a:ext cx="121889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Modules Administratifs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AED6F1"/>
                </a:solidFill>
              </a:rPr>
              <a:t>Services, medecins et utilisateurs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64592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Services Hospitaliers et Medecins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5682996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682996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Services de l'hopital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44168"/>
            <a:ext cx="55001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E86C1"/>
                </a:solidFill>
              </a:rPr>
              <a:t>Cardiologie, Radiologie...</a:t>
            </a:r>
          </a:p>
        </p:txBody>
      </p:sp>
      <p:pic>
        <p:nvPicPr>
          <p:cNvPr id="6" name="Picture 5" descr="08_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15485"/>
            <a:ext cx="5500116" cy="35357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31636" y="960120"/>
            <a:ext cx="5682996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31636" y="960120"/>
            <a:ext cx="5682996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Equipe medicale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344168"/>
            <a:ext cx="55001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2E86C1"/>
                </a:solidFill>
              </a:rPr>
              <a:t>Medecins et specialistes</a:t>
            </a:r>
          </a:p>
        </p:txBody>
      </p:sp>
      <p:pic>
        <p:nvPicPr>
          <p:cNvPr id="10" name="Picture 9" descr="09_medec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415485"/>
            <a:ext cx="5500116" cy="35357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91440" rtlCol="0" anchor="ctr"/>
          <a:lstStyle/>
          <a:p>
            <a:pPr algn="l"/>
            <a:r>
              <a:rPr sz="2000" b="1">
                <a:solidFill>
                  <a:srgbClr val="FFFFFF"/>
                </a:solidFill>
              </a:rPr>
              <a:t>Administration des Utilisateurs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E86C1"/>
                </a:solidFill>
              </a:rPr>
              <a:t>Gestion des comptes : roles, statuts, creation et modification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33524" y="1435608"/>
            <a:ext cx="8249920" cy="530352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942084" y="1344168"/>
            <a:ext cx="8304784" cy="5358384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516" y="1371600"/>
            <a:ext cx="824992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725</Words>
  <Application>Microsoft Office PowerPoint</Application>
  <PresentationFormat>Personnalisé</PresentationFormat>
  <Paragraphs>197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2026-03-12T03:02:46Z</dcterms:modified>
  <cp:category/>
</cp:coreProperties>
</file>